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0B395-DEC9-4861-AB9D-28AB548E99D0}" v="15" dt="2024-07-29T15:42:41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24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1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3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1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5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04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04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EBDC078-589F-40E3-816C-EE21D62B5BBA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7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3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3FEF9-69D0-4F8C-A336-59491FBEDC47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9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smtClean="0"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70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CB2D-923F-50EC-B680-5AEDA907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FIFA World Cup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CF493-F7B5-667B-94BA-FAA2BD4E5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:- Sarthak </a:t>
            </a:r>
            <a:r>
              <a:rPr lang="en-US" dirty="0" err="1"/>
              <a:t>Rangrao</a:t>
            </a:r>
            <a:r>
              <a:rPr lang="en-US" dirty="0"/>
              <a:t> Mogane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907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C66C-7334-AEAF-5CDE-F5CFD28F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394B-7CFE-C3D4-196D-7A6ADE7CE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FIFA World Cup is a global football competition contested by the various football-playing nations of the world. </a:t>
            </a:r>
          </a:p>
          <a:p>
            <a:r>
              <a:rPr lang="en-US" dirty="0"/>
              <a:t>It is contested every four years and is the most prestigious and important trophy in the sport of football.</a:t>
            </a:r>
          </a:p>
          <a:p>
            <a:r>
              <a:rPr lang="en-US" dirty="0"/>
              <a:t>The World Cups dataset shows all information about all the World Cups in history.</a:t>
            </a:r>
          </a:p>
          <a:p>
            <a:r>
              <a:rPr lang="en-US" dirty="0"/>
              <a:t>while the World Cup Matches dataset shows all the results from the matches contested as part of </a:t>
            </a:r>
            <a:r>
              <a:rPr lang="en-US" dirty="0" err="1"/>
              <a:t>thecups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47121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166C-480B-181A-7D5D-A89900C8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in </a:t>
            </a:r>
            <a:r>
              <a:rPr lang="en-US" dirty="0" err="1"/>
              <a:t>DaTASET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B03B-C95F-CCB8-4290-12EE8A0DF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032" y="1853755"/>
            <a:ext cx="10589342" cy="455687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WorldCups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Year ,Country , Runner-up, Third , Fourth, Goal Scored, </a:t>
            </a:r>
            <a:r>
              <a:rPr lang="en-US" dirty="0" err="1"/>
              <a:t>QualifiedTeams</a:t>
            </a:r>
            <a:r>
              <a:rPr lang="en-US" dirty="0"/>
              <a:t> ,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MatchesPlayed</a:t>
            </a:r>
            <a:r>
              <a:rPr lang="en-US" dirty="0"/>
              <a:t> , Attendance, Teams , Title</a:t>
            </a:r>
          </a:p>
          <a:p>
            <a:r>
              <a:rPr lang="en-US" dirty="0"/>
              <a:t> </a:t>
            </a:r>
            <a:r>
              <a:rPr lang="en-US" dirty="0" err="1"/>
              <a:t>WorldCup</a:t>
            </a:r>
            <a:r>
              <a:rPr lang="en-US" dirty="0"/>
              <a:t> Players :</a:t>
            </a:r>
          </a:p>
          <a:p>
            <a:pPr marL="0" indent="0">
              <a:buNone/>
            </a:pPr>
            <a:r>
              <a:rPr lang="en-US" dirty="0"/>
              <a:t>              Round ID , Match ID , Team initialize,  Coach Name , Lin-up ,Shirt Number</a:t>
            </a:r>
          </a:p>
          <a:p>
            <a:pPr marL="0" indent="0">
              <a:buNone/>
            </a:pPr>
            <a:r>
              <a:rPr lang="en-US" dirty="0"/>
              <a:t>             Player Name , Position, Event.</a:t>
            </a:r>
          </a:p>
          <a:p>
            <a:r>
              <a:rPr lang="en-US" dirty="0"/>
              <a:t> </a:t>
            </a:r>
            <a:r>
              <a:rPr lang="en-US" dirty="0" err="1"/>
              <a:t>WorldCup</a:t>
            </a:r>
            <a:r>
              <a:rPr lang="en-US" dirty="0"/>
              <a:t> Matches :</a:t>
            </a:r>
          </a:p>
          <a:p>
            <a:pPr marL="0" indent="0">
              <a:buNone/>
            </a:pPr>
            <a:r>
              <a:rPr lang="en-US" dirty="0"/>
              <a:t>              Year, Datetime ,stage , Stadium , City , Home Team Name , Home Team Goals </a:t>
            </a:r>
          </a:p>
          <a:p>
            <a:pPr marL="0" indent="0">
              <a:buNone/>
            </a:pPr>
            <a:r>
              <a:rPr lang="en-US" dirty="0"/>
              <a:t>              Away Team Name , Away Team Goals , Win conditions , </a:t>
            </a:r>
            <a:r>
              <a:rPr lang="en-US" dirty="0" err="1"/>
              <a:t>Attendence</a:t>
            </a:r>
            <a:r>
              <a:rPr lang="en-US" dirty="0"/>
              <a:t> ,Half time Home Goals</a:t>
            </a:r>
          </a:p>
          <a:p>
            <a:pPr marL="0" indent="0">
              <a:buNone/>
            </a:pPr>
            <a:r>
              <a:rPr lang="en-US" dirty="0"/>
              <a:t>               Half time away Goals ,referee ,Assistant 1, Assistant 2, Round Id ,Match Id,</a:t>
            </a:r>
          </a:p>
          <a:p>
            <a:pPr marL="0" indent="0">
              <a:buNone/>
            </a:pPr>
            <a:r>
              <a:rPr lang="en-US" dirty="0"/>
              <a:t>              Home Team Initials , Away Team Initials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95018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CE11-B91F-4579-13D0-596E4E34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26C2-C7E1-B1CF-E009-BCA88FF2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481892" cy="38344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Home team Vs Away team</a:t>
            </a:r>
          </a:p>
          <a:p>
            <a:r>
              <a:rPr lang="en-US" dirty="0"/>
              <a:t>Most titles by team</a:t>
            </a:r>
          </a:p>
          <a:p>
            <a:r>
              <a:rPr lang="en-US" dirty="0"/>
              <a:t>Total attendance by year</a:t>
            </a:r>
          </a:p>
          <a:p>
            <a:r>
              <a:rPr lang="en-US" dirty="0"/>
              <a:t>Total Goal Scored by year </a:t>
            </a:r>
          </a:p>
          <a:p>
            <a:r>
              <a:rPr lang="en-US" dirty="0"/>
              <a:t>Host Country</a:t>
            </a:r>
          </a:p>
          <a:p>
            <a:r>
              <a:rPr lang="en-US" dirty="0"/>
              <a:t>Total Matches Played </a:t>
            </a:r>
          </a:p>
          <a:p>
            <a:r>
              <a:rPr lang="en-US" dirty="0"/>
              <a:t>Total Goals scored </a:t>
            </a:r>
          </a:p>
          <a:p>
            <a:r>
              <a:rPr lang="en-US" dirty="0"/>
              <a:t>Total Players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88386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98C1-DA9A-249C-8216-C79A0584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4A0E-F9E4-5BD2-D0EE-740B0C918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▪ Power bi </a:t>
            </a:r>
          </a:p>
          <a:p>
            <a:r>
              <a:rPr lang="en-IN" dirty="0"/>
              <a:t> Data selection 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Splitting data </a:t>
            </a:r>
          </a:p>
          <a:p>
            <a:r>
              <a:rPr lang="en-IN" dirty="0"/>
              <a:t>Transforming data </a:t>
            </a:r>
          </a:p>
          <a:p>
            <a:r>
              <a:rPr lang="en-IN" dirty="0"/>
              <a:t>Data </a:t>
            </a:r>
            <a:r>
              <a:rPr lang="en-IN" dirty="0" err="1"/>
              <a:t>visulaization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02439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6A13-CF91-7C47-4AD2-30F52AC7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My Report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768A7-46A8-0CA1-6905-0D505ED0C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756" y="1853754"/>
            <a:ext cx="7652489" cy="4256492"/>
          </a:xfrm>
        </p:spPr>
      </p:pic>
    </p:spTree>
    <p:extLst>
      <p:ext uri="{BB962C8B-B14F-4D97-AF65-F5344CB8AC3E}">
        <p14:creationId xmlns:p14="http://schemas.microsoft.com/office/powerpoint/2010/main" val="20852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F6EA-7E04-44C7-A539-7B47131B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25" y="2208937"/>
            <a:ext cx="9265582" cy="2440126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321374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334</TotalTime>
  <Words>261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Rockwell</vt:lpstr>
      <vt:lpstr>Gallery</vt:lpstr>
      <vt:lpstr>FIFA World Cup Analysis</vt:lpstr>
      <vt:lpstr>introduction</vt:lpstr>
      <vt:lpstr>Details in DaTASET </vt:lpstr>
      <vt:lpstr>Report Case</vt:lpstr>
      <vt:lpstr>TECHNIQUES USED</vt:lpstr>
      <vt:lpstr>My Report Design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mogane</dc:creator>
  <cp:lastModifiedBy>sarthak mogane</cp:lastModifiedBy>
  <cp:revision>2</cp:revision>
  <dcterms:created xsi:type="dcterms:W3CDTF">2024-07-29T10:37:44Z</dcterms:created>
  <dcterms:modified xsi:type="dcterms:W3CDTF">2024-07-29T16:11:52Z</dcterms:modified>
</cp:coreProperties>
</file>